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2026/9/12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8895"/>
            <a:ext cx="12190730" cy="68999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rcRect l="1193" t="10954" r="1208" b="2444"/>
          <a:stretch>
            <a:fillRect/>
          </a:stretch>
        </p:blipFill>
        <p:spPr>
          <a:xfrm>
            <a:off x="0" y="0"/>
            <a:ext cx="12120245" cy="6858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思宇 卢</cp:lastModifiedBy>
  <cp:revision>3</cp:revision>
  <dcterms:created xsi:type="dcterms:W3CDTF">2013-01-27T09:14:00Z</dcterms:created>
  <dcterms:modified xsi:type="dcterms:W3CDTF">2026-09-11T16:05:41Z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A8B486F3B005476BA7F121D1AB81D36A_12</vt:lpwstr>
  </property>
  <property fmtid="{D5CDD505-2E9C-101B-9397-08002B2CF9AE}" pid="3" name="KSOProductBuildVer">
    <vt:lpwstr>2052-12.1.0.28505</vt:lpwstr>
  </property>
</Properties>
</file>